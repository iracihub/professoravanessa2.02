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3" d="100"/>
          <a:sy n="63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9FCC5C-57A3-16D3-A2DC-BF08DF1EF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AB5CB1-F4DF-1D5E-4354-7B499522D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765303-1095-1FA1-60D7-15849B8DC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5EBE15-5A7B-C8D1-F6E3-0A1A27E9A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9B0DC7-71A0-24CB-B6E4-1B903A88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156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ABBB8B-85C6-6C31-28BF-9BE833A6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416EA3-0C43-802E-BEAB-E893ED1DB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BF62B7-A124-E325-C806-3FEB707E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35374D-B6C9-5F34-F764-1EB380F1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39E3F8-A614-3782-B179-90378337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9568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3ED00-1F41-7234-99B2-FB86366C4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6BD6C4-E2C8-AAC7-5830-A55D1F43C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7E5085-4EB4-D50B-6F1F-D151B05BB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08ED37-19E5-0331-51BA-07EAEA67F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FACFDC-E7F7-9E2D-2B4D-B2DB56F4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3041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3B40EC-072D-5959-32E1-C0B8AB424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CFF925-6051-C6D3-5EBA-2D051F924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A1462B-95F5-A312-4A66-40B3E0627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27B4BC-96B2-1AE1-C8DB-02EB03529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195EDD-FB6A-6C6C-6450-5D884F646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70E86B-F297-7F20-0322-3EFEA301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406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2BDE26-B95A-1977-5569-40E57F00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4CFBEB-A31D-EE51-01AD-8F7EFD6D6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FBEA6B0-9A8D-C574-A481-7C562E37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C0CD221-7528-2BBC-3D5E-6650E62A9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02B7967-51B1-F1AA-132A-91A596A03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21FBC5C-5E3D-DE55-8BAA-56EB72DC9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91FE04E-21C7-C1FC-3C27-2024206DF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617FE88-774E-F77C-7DB7-67E8DFC4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34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11E35D-603A-CDAF-DB85-07446DFB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28EB17-F6FF-800C-07C7-A726E9BF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110C66-4B60-9AB0-1403-196D13CC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DF2F108-9904-6379-40BE-24557285F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82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37D5262-4ED6-BE00-1C1D-13A89CCE3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DB456BF-B7C9-7129-CC36-4E72187A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292560-A371-E590-1061-83CF7B460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41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166C99-47E5-D1ED-122D-28542D500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A98070-2804-717D-7F33-3D7FB2BF1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FA9140-956B-7CE3-88A8-6A0AC123A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E37DE9-15EE-3E99-0329-72914760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C740A6-70DC-5DA5-8A6D-37F32B755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B9F2CCC-753D-E744-43BB-4C3A32672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2878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67100-B734-24E5-F395-379E6B36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5DD2BA5-DD33-577C-26AE-01CB34F01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EBF74F-EF66-5D74-CD57-C931F27F71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F24644-7F91-1F71-451F-ADFCFFB9E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346639-2865-242F-0212-205E5948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D05000-2094-A0B1-2964-DCFCA37A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412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A6651-DE03-4FAA-D75B-AB6620655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A39E75-DAB2-2D8B-73C0-2724217A6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5320A-457E-6EF3-CD6B-F332665A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5E7D70-F81D-A5CC-C6E0-3AD4C713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E3AFB3-05AB-3DCF-9AAB-93DD27643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80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2B7A831-89E7-49A7-87BF-29124C544D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8AE287-CEC5-D95E-2A4F-66D695478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FB26DE-E963-428F-8252-D750393C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80BC00-AE3A-A607-5E1B-B9F734971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A8D736-F3EA-0C2F-5817-A7FBCF332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16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2A3F2B1-641D-E4F2-ACF4-5555A6A32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321169-CA5B-B58E-4733-9085F321F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E21E02-23A5-B09C-E362-BBE38AFF2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698DF-1C14-4B44-9F01-49E55B339CA3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B0CC4D-0F87-3FF1-42C7-CC25AA8C9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0DDA9F-BB6B-62E7-FDC8-C08804AB2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D29EA-7057-4822-B840-E178E007FE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064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C95124-EB0C-83AA-778B-D9A332726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Exercício 8 – Contador de vogais HTML &amp; PHP Iraci Teodoro de Souza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1E1871-BEED-9C10-1841-987AD396A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Esse </a:t>
            </a:r>
            <a:r>
              <a:rPr lang="en-US" sz="2000" dirty="0" err="1"/>
              <a:t>exercício</a:t>
            </a:r>
            <a:r>
              <a:rPr lang="en-US" sz="2000" dirty="0"/>
              <a:t> </a:t>
            </a:r>
            <a:r>
              <a:rPr lang="en-US" sz="2000" dirty="0" err="1"/>
              <a:t>conta</a:t>
            </a:r>
            <a:r>
              <a:rPr lang="en-US" sz="2000" dirty="0"/>
              <a:t> a </a:t>
            </a:r>
            <a:r>
              <a:rPr lang="en-US" sz="2000" dirty="0" err="1"/>
              <a:t>quantidade</a:t>
            </a:r>
            <a:r>
              <a:rPr lang="en-US" sz="2000" dirty="0"/>
              <a:t> de </a:t>
            </a:r>
            <a:r>
              <a:rPr lang="en-US" sz="2000" dirty="0" err="1"/>
              <a:t>vogais</a:t>
            </a:r>
            <a:r>
              <a:rPr lang="en-US" sz="2000" dirty="0"/>
              <a:t> de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palavra</a:t>
            </a:r>
            <a:r>
              <a:rPr lang="en-US" sz="2000" dirty="0"/>
              <a:t> </a:t>
            </a:r>
            <a:r>
              <a:rPr lang="en-US" sz="2000" dirty="0" err="1"/>
              <a:t>digitada</a:t>
            </a:r>
            <a:r>
              <a:rPr lang="en-US" sz="2000" dirty="0"/>
              <a:t> </a:t>
            </a:r>
            <a:r>
              <a:rPr lang="en-US" sz="2000" dirty="0" err="1"/>
              <a:t>pelo</a:t>
            </a:r>
            <a:r>
              <a:rPr lang="en-US" sz="2000" dirty="0"/>
              <a:t> </a:t>
            </a:r>
            <a:r>
              <a:rPr lang="en-US" sz="2000" dirty="0" err="1"/>
              <a:t>usuário</a:t>
            </a:r>
            <a:r>
              <a:rPr lang="en-US" sz="2000" dirty="0"/>
              <a:t> 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&lt;form method=“post’&gt;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&lt;input type=“text”  name=“</a:t>
            </a:r>
            <a:r>
              <a:rPr lang="en-US" sz="2000" dirty="0" err="1"/>
              <a:t>palavra</a:t>
            </a:r>
            <a:r>
              <a:rPr lang="en-US" sz="2000" dirty="0"/>
              <a:t> required&gt;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&lt;button type=“submit”&gt;</a:t>
            </a:r>
            <a:r>
              <a:rPr lang="en-US" sz="2000" dirty="0" err="1"/>
              <a:t>Enviar</a:t>
            </a:r>
            <a:r>
              <a:rPr lang="en-US" sz="2000" dirty="0"/>
              <a:t>&lt;/button&gt;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&lt;/form&gt;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 err="1"/>
              <a:t>Usuário</a:t>
            </a:r>
            <a:r>
              <a:rPr lang="en-US" sz="2000" dirty="0"/>
              <a:t> </a:t>
            </a:r>
            <a:r>
              <a:rPr lang="en-US" sz="2000" dirty="0" err="1"/>
              <a:t>digita</a:t>
            </a:r>
            <a:r>
              <a:rPr lang="en-US" sz="2000" dirty="0"/>
              <a:t> a </a:t>
            </a:r>
            <a:r>
              <a:rPr lang="en-US" sz="2000" dirty="0" err="1"/>
              <a:t>palavra</a:t>
            </a:r>
            <a:r>
              <a:rPr lang="en-US" sz="2000" dirty="0"/>
              <a:t> e o </a:t>
            </a:r>
            <a:r>
              <a:rPr lang="en-US" sz="2000" dirty="0" err="1"/>
              <a:t>formulário</a:t>
            </a:r>
            <a:r>
              <a:rPr lang="en-US" sz="2000" dirty="0"/>
              <a:t> </a:t>
            </a:r>
            <a:r>
              <a:rPr lang="en-US" sz="2000" dirty="0" err="1"/>
              <a:t>envia</a:t>
            </a:r>
            <a:r>
              <a:rPr lang="en-US" sz="2000" dirty="0"/>
              <a:t> para o PHP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1324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46A4F0C1-BF35-A7D9-E6E2-085B3EB8A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426720"/>
            <a:ext cx="11826240" cy="5862869"/>
          </a:xfrm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rgbClr val="FF0000"/>
                </a:solidFill>
              </a:rPr>
              <a:t>$palavra = $_POST[“palavra”];</a:t>
            </a:r>
            <a:br>
              <a:rPr lang="pt-BR" dirty="0">
                <a:solidFill>
                  <a:srgbClr val="FF0000"/>
                </a:solidFill>
              </a:rPr>
            </a:br>
            <a:br>
              <a:rPr lang="pt-BR" dirty="0"/>
            </a:br>
            <a:r>
              <a:rPr lang="pt-BR" dirty="0"/>
              <a:t>O PHP recebe a palavra digitada pelo usuário e guarda em uma variável.</a:t>
            </a:r>
            <a:br>
              <a:rPr lang="pt-BR" dirty="0"/>
            </a:br>
            <a:br>
              <a:rPr lang="pt-BR" dirty="0"/>
            </a:br>
            <a:r>
              <a:rPr lang="pt-BR" dirty="0">
                <a:solidFill>
                  <a:srgbClr val="FF0000"/>
                </a:solidFill>
              </a:rPr>
              <a:t>$minúscula = </a:t>
            </a:r>
            <a:r>
              <a:rPr lang="pt-BR" dirty="0" err="1">
                <a:solidFill>
                  <a:srgbClr val="FF0000"/>
                </a:solidFill>
              </a:rPr>
              <a:t>strtolower</a:t>
            </a:r>
            <a:r>
              <a:rPr lang="pt-BR" dirty="0">
                <a:solidFill>
                  <a:srgbClr val="FF0000"/>
                </a:solidFill>
              </a:rPr>
              <a:t>($palavra);</a:t>
            </a:r>
            <a:br>
              <a:rPr lang="pt-BR" dirty="0"/>
            </a:br>
            <a:br>
              <a:rPr lang="pt-BR" dirty="0"/>
            </a:br>
            <a:r>
              <a:rPr lang="pt-BR" dirty="0"/>
              <a:t>A palavra é transformada em letras minúsculas para facilitar a contagem das vogais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2167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0CDA095-1A63-4197-FBC5-DB6282798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67640" y="374987"/>
            <a:ext cx="11765280" cy="59708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for ($i = 0; $i &lt;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strlen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($minúscula); $i++)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if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strpos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("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aeiou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", $minúscula[$i]) !== false)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   $vogais++;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 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}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 esse comando, o contador passa letra por letra, verifica se é vogal e procede à soma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Por meio do comando </a:t>
            </a:r>
            <a:r>
              <a:rPr kumimoji="0" lang="pt-BR" altLang="pt-BR" sz="28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echo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“Quantidade de vogais: $vogais”;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 sistema mostra o </a:t>
            </a:r>
            <a:r>
              <a:rPr kumimoji="0" lang="pt-BR" altLang="pt-BR" sz="28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resultado, a </a:t>
            </a:r>
            <a: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quantidade de vogais encontradas</a:t>
            </a: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pt-BR" altLang="pt-BR" sz="2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Esse exercício é importante para treinar lógica de conversão em vogais e minúsculas e uso de HTML e PHP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6836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225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do Office</vt:lpstr>
      <vt:lpstr>Exercício 8 – Contador de vogais HTML &amp; PHP Iraci Teodoro de Souza</vt:lpstr>
      <vt:lpstr>$palavra = $_POST[“palavra”];  O PHP recebe a palavra digitada pelo usuário e guarda em uma variável.  $minúscula = strtolower($palavra);  A palavra é transformada em letras minúsculas para facilitar a contagem das vogais </vt:lpstr>
      <vt:lpstr> for ($i = 0; $i &lt; strlen($minúscula); $i++) {   if (strpos("aeiou", $minúscula[$i]) !== false) {     $vogais++;   } } com esse comando, o contador passa letra por letra, verifica se é vogal e procede à soma  Por meio do comando echo “Quantidade de vogais: $vogais”; o sistema mostra o resultado, a quantidade de vogais encontradas  Esse exercício é importante para treinar lógica de conversão em vogais e minúsculas e uso de HTML e PHP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iraci teodoro de souza</dc:creator>
  <cp:lastModifiedBy>iraci teodoro de souza</cp:lastModifiedBy>
  <cp:revision>1</cp:revision>
  <dcterms:created xsi:type="dcterms:W3CDTF">2026-04-06T22:00:24Z</dcterms:created>
  <dcterms:modified xsi:type="dcterms:W3CDTF">2026-04-06T23:52:07Z</dcterms:modified>
</cp:coreProperties>
</file>